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6"/>
    <p:restoredTop sz="94702"/>
  </p:normalViewPr>
  <p:slideViewPr>
    <p:cSldViewPr snapToGrid="0">
      <p:cViewPr varScale="1">
        <p:scale>
          <a:sx n="98" d="100"/>
          <a:sy n="98" d="100"/>
        </p:scale>
        <p:origin x="22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661-2A22-0A84-8F0F-450BBC593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0AFED-9D25-25B4-D16F-E415557A2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74E3C-395D-5E3B-77AB-C6009C7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6C654-EF20-6E7F-D8B5-3EB9F3F2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17C2E-3B76-39E0-9B71-3E04E094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8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5595-391F-92C3-223E-A63ABA58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B1389-ABFB-5A6E-D790-EC560D1F2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B5555-E839-929C-1891-1B2958AA8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37AD6-C1C0-8796-D0B4-A06F614D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A80AF-A4BD-9ABF-DCC1-3613CFCB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9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65CA-D446-4336-42FF-5D150D90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13B31-30DB-AF19-CDE4-7C9938B2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87CDC-C28D-E3A5-5BB1-07F2AF8B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744CC-C88B-1098-107E-0D6F1F10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07784-E057-0785-084C-E3593C3D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9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F246-93C7-EE1F-8C55-E45849FA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7FB4-B931-2491-A882-30643998A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26F09-5C49-D1F0-CC46-170E566B6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1996-C4E7-0307-0DA9-6A77450C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550BD-801C-3307-A4F8-2E19A8FD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644E6-0C35-800E-1133-0850785A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3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3481-1E39-7451-2EF0-C068232E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7B4DE-A957-2500-FDF7-6D45A63B0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827FA-5CB8-36F2-DB7B-29FCB362D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63E9D-B2BD-20A0-3F3C-C489DD68A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1B460-6A52-9B8D-2688-4C63247F5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2A903-AEA1-FCF0-B37D-074C5776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42782-55B2-7ED6-486B-9D796F32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E009A-C510-E3EA-C233-86503C24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1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A2BF-B100-757A-9879-05769C29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DF9F0-7194-CD15-CAFE-463DB040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CCE6E-3710-030F-205D-251F5D3C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F4581-C476-5901-2E17-CBBC5F39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92E481-EA84-F442-A97A-C61F019E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DDD92-AB89-02E4-A39C-AE204005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D1268-A9EC-5641-0848-7B145383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44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6848-A87C-AF0A-7231-A33AF5E4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2418B-AB07-6B35-B68D-58FA8537F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E6585-50CE-57D6-BD4D-88DF82BBC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119D5-1D4E-FB96-789B-61836561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8B7FA-52B6-5176-A107-20DE7EC9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805DE-B0E7-8301-FB35-CF93861B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6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15E0-FCAE-9136-0F6D-1A4031F98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288BD-E42F-DBC2-D34B-C7C20CCB0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123B8-B24F-5D3C-6704-0833D7CEB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6E264-BE7E-43D2-5475-B878DFBA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5F69A-A59C-4106-5EF7-AD4698AAE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307EF-DF28-410A-0B1D-7365CBE3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0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C4F2-0FD4-04A1-AADE-DC91B6EC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F1492-4A4A-F4CA-12B4-37F3CB260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BD97D-BB50-FA5F-B7CB-A6C638BA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6A92B-38FE-FD75-9BFB-ED7EB90C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B6D66-7B07-3FD7-6487-6E91F6EC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9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88186-2CA6-EA95-728E-63303FFCE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9C2A5-013B-AA2C-9417-AAD137850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A3CA8-D160-6169-6BF8-83297C74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AFDB-0783-6B61-1B17-05EF84C3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B3825-EB85-3577-84DC-57675010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63926-7940-328F-C7C6-1400186EB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3F387-C65C-9EDB-0814-BC1701DD8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FF459-BE70-A74D-6D8B-A2A22169D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26BF5-5042-0B4F-8A71-070C12318EE8}" type="datetimeFigureOut"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6A6B-5A1D-2F8E-7C15-293B27558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6481A-E215-7EF2-AC92-6B4EBB0AB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54277-CD00-054A-82D7-85BBAF0F59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75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dicaid.gov/" TargetMode="External"/><Relationship Id="rId2" Type="http://schemas.openxmlformats.org/officeDocument/2006/relationships/hyperlink" Target="https://www.medicare.gov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dicare.gov/basics/get-started-with-medicare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CD0750-0C83-B03A-96C5-87F804A7BB58}"/>
              </a:ext>
            </a:extLst>
          </p:cNvPr>
          <p:cNvSpPr txBox="1"/>
          <p:nvPr/>
        </p:nvSpPr>
        <p:spPr>
          <a:xfrm>
            <a:off x="3241765" y="1463040"/>
            <a:ext cx="57084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</a:rPr>
              <a:t>Medicare &amp; Medicaid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21B09-03BE-0E1D-0999-BFE03D995E90}"/>
              </a:ext>
            </a:extLst>
          </p:cNvPr>
          <p:cNvSpPr txBox="1"/>
          <p:nvPr/>
        </p:nvSpPr>
        <p:spPr>
          <a:xfrm>
            <a:off x="3698965" y="3056709"/>
            <a:ext cx="50139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Medicare is a medical insurance program for </a:t>
            </a:r>
            <a:br>
              <a:rPr lang="en-US"/>
            </a:br>
            <a:r>
              <a:rPr lang="en-US"/>
              <a:t>.. people over 65 </a:t>
            </a:r>
            <a:br>
              <a:rPr lang="en-US"/>
            </a:br>
            <a:r>
              <a:rPr lang="en-US"/>
              <a:t>.. younger disabled people </a:t>
            </a:r>
            <a:br>
              <a:rPr lang="en-US"/>
            </a:br>
            <a:r>
              <a:rPr lang="en-US"/>
              <a:t>.. dialysis patients</a:t>
            </a:r>
            <a:br>
              <a:rPr lang="en-US"/>
            </a:br>
            <a:r>
              <a:rPr lang="en-US"/>
              <a:t>.. </a:t>
            </a:r>
            <a:r>
              <a:rPr lang="en-US">
                <a:hlinkClick r:id="rId2"/>
              </a:rPr>
              <a:t>https://www.medicare.gov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Medicaid is an assistance program for low-income patients' medical expenses.</a:t>
            </a:r>
            <a:br>
              <a:rPr lang="en-US"/>
            </a:br>
            <a:r>
              <a:rPr lang="en-US"/>
              <a:t>.. </a:t>
            </a:r>
            <a:r>
              <a:rPr lang="en-US">
                <a:hlinkClick r:id="rId3"/>
              </a:rPr>
              <a:t>https://www.medicaid.gov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99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82440-A9F3-DA77-8B05-8180C1615B70}"/>
              </a:ext>
            </a:extLst>
          </p:cNvPr>
          <p:cNvSpPr txBox="1"/>
          <p:nvPr/>
        </p:nvSpPr>
        <p:spPr>
          <a:xfrm>
            <a:off x="1" y="0"/>
            <a:ext cx="1802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Medicare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C3633-6D07-BEE3-6E33-28F353C967CF}"/>
              </a:ext>
            </a:extLst>
          </p:cNvPr>
          <p:cNvSpPr txBox="1"/>
          <p:nvPr/>
        </p:nvSpPr>
        <p:spPr>
          <a:xfrm>
            <a:off x="0" y="994174"/>
            <a:ext cx="81773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 A (Hospital Insurance) - hospitals, nursing homes, hospice, home health care.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 B (Medical Insurance) – doctors, outpatient care, home care, equipment (wheelchairs, walkers, hospital beds, etc. ), preventive services (screenings, shots/vaccines, annual “Wellness” visits)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Part D (Drug coverage) - prescription drugs - run by private insurance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Medicare Supplemental Insurance (Medigap) - Extra insurance you can buy from a private company.</a:t>
            </a:r>
            <a:b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Policies are standardized, and in most states named by letters, like Plan G or Plan K. </a:t>
            </a:r>
            <a:b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benefits in each lettered plan are the same, no matter which insurance company sells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D95FB-4D87-3D04-B48E-CDB976F7A93F}"/>
              </a:ext>
            </a:extLst>
          </p:cNvPr>
          <p:cNvSpPr txBox="1"/>
          <p:nvPr/>
        </p:nvSpPr>
        <p:spPr>
          <a:xfrm>
            <a:off x="152401" y="523220"/>
            <a:ext cx="4902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https://www.medicare.gov/basics/get-started-with-medicare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CE785-FAA8-2D95-D5B9-034A21F1552A}"/>
              </a:ext>
            </a:extLst>
          </p:cNvPr>
          <p:cNvSpPr txBox="1"/>
          <p:nvPr/>
        </p:nvSpPr>
        <p:spPr>
          <a:xfrm>
            <a:off x="230777" y="2860491"/>
            <a:ext cx="58652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When can I sign up for Medicare?</a:t>
            </a:r>
          </a:p>
          <a:p>
            <a:endParaRPr lang="en-US" sz="1400"/>
          </a:p>
          <a:p>
            <a:r>
              <a:rPr lang="en-US" sz="1400"/>
              <a:t>Most people sign up for both Part A (Hospital Insurance) and Part B (Medical Insurance) when they’re first eligible (usually when they turn 65). </a:t>
            </a:r>
          </a:p>
          <a:p>
            <a:endParaRPr lang="en-US" sz="1400"/>
          </a:p>
          <a:p>
            <a:r>
              <a:rPr lang="en-US" sz="1400"/>
              <a:t>Generally, there are risks to signing up later, like a gap in your coverage or having to pay a penalty. However, in some cases, it might make sense to sign up later.</a:t>
            </a:r>
          </a:p>
        </p:txBody>
      </p:sp>
    </p:spTree>
    <p:extLst>
      <p:ext uri="{BB962C8B-B14F-4D97-AF65-F5344CB8AC3E}">
        <p14:creationId xmlns:p14="http://schemas.microsoft.com/office/powerpoint/2010/main" val="338477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82440-A9F3-DA77-8B05-8180C1615B70}"/>
              </a:ext>
            </a:extLst>
          </p:cNvPr>
          <p:cNvSpPr txBox="1"/>
          <p:nvPr/>
        </p:nvSpPr>
        <p:spPr>
          <a:xfrm>
            <a:off x="1" y="0"/>
            <a:ext cx="1802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Medicaid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C3633-6D07-BEE3-6E33-28F353C967CF}"/>
              </a:ext>
            </a:extLst>
          </p:cNvPr>
          <p:cNvSpPr txBox="1"/>
          <p:nvPr/>
        </p:nvSpPr>
        <p:spPr>
          <a:xfrm>
            <a:off x="0" y="994174"/>
            <a:ext cx="8177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xxx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D95FB-4D87-3D04-B48E-CDB976F7A93F}"/>
              </a:ext>
            </a:extLst>
          </p:cNvPr>
          <p:cNvSpPr txBox="1"/>
          <p:nvPr/>
        </p:nvSpPr>
        <p:spPr>
          <a:xfrm>
            <a:off x="152401" y="523220"/>
            <a:ext cx="4902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53552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276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5</cp:revision>
  <dcterms:created xsi:type="dcterms:W3CDTF">2022-10-07T21:11:19Z</dcterms:created>
  <dcterms:modified xsi:type="dcterms:W3CDTF">2022-10-07T21:48:17Z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2022-10-07T21:12:30Z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c168ebfe-7aa9-4b81-86e1-954e2470fc20</vt:lpwstr>
  </property>
  <property fmtid="{D5CDD505-2E9C-101B-9397-08002B2CF9AE}" pid="8" name="MSIP_Label_4f518368-b969-4042-91d9-8939bd921da2_ContentBits">
    <vt:lpwstr>0</vt:lpwstr>
  </property>
</Properties>
</file>