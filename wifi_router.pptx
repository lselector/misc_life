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43"/>
    <p:restoredTop sz="94670"/>
  </p:normalViewPr>
  <p:slideViewPr>
    <p:cSldViewPr snapToGrid="0" snapToObjects="1">
      <p:cViewPr varScale="1">
        <p:scale>
          <a:sx n="122" d="100"/>
          <a:sy n="122" d="100"/>
        </p:scale>
        <p:origin x="208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63DA7-9484-AD27-0DE6-406963CE5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36EFD7-1CE7-EB76-AFBA-A2EA97351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8F316-68A5-4C44-D7A1-71F5A1FB4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4884-D800-C04E-BD57-A34AD4860084}" type="datetimeFigureOut">
              <a:t>6/4/22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2D6DA-4A18-C8E1-539E-66F4B484A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EB7A0-95B4-A6BE-BB51-053DAE29F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9734201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4D122-7A89-F82A-D3EB-E0EA8BAD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54A42-160E-5705-8041-DFBBCE297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B77A1-A5EB-12FF-C649-765C2AEB6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4884-D800-C04E-BD57-A34AD4860084}" type="datetimeFigureOut">
              <a:t>6/4/22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EC994-CD1B-84BA-2F1E-0AA835F30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DBF87-589E-E5F2-C5EC-BCDC6007C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1023283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1BCDC-9D75-7940-3CD3-932BBC6A4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30C9D-410A-BEE8-A88D-E8DBCB887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C78FE-864F-8DF4-A504-A0CEE98E8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4884-D800-C04E-BD57-A34AD4860084}" type="datetimeFigureOut">
              <a:t>6/4/22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4C293-4A32-F2C3-3B48-3460F2AD0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E79AE-4A47-AB03-8F6B-00242CCA1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8209734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B3A5A-4430-306B-143C-0ACDA2AC5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9BA5A-D421-3565-1D32-1CE8D874EA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70A9E-FD8C-8224-6C54-CF3A8D3821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C2F184-9887-706D-67A3-68149E9D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4884-D800-C04E-BD57-A34AD4860084}" type="datetimeFigureOut">
              <a:t>6/4/22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98C7F-A865-810F-72FF-2212703FA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8AFC6-8528-B92D-BA43-6AD060F90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799331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F6D7A-78BC-35A0-BEFD-C68E97477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C38ED-038A-2774-486E-812AF6D64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C174A7-C04C-53FB-9C48-A912D5EF9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5A628-9C82-065F-922E-FB46CE2FC4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97B693-78EE-8A10-C89B-3B05EE9D50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1B9DEB-AD76-3739-3935-6D573DB98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4884-D800-C04E-BD57-A34AD4860084}" type="datetimeFigureOut">
              <a:t>6/4/22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21654C-01C3-BF44-7EE3-7EB03918A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578F5-494E-2214-76A5-E2A5CCBC9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8989739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8EE0-DF8F-53FA-308C-C09766751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498274-2844-009C-AF5B-1DB31A997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4884-D800-C04E-BD57-A34AD4860084}" type="datetimeFigureOut">
              <a:t>6/4/22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5489E3-5A43-9AB5-FDB4-5E489988E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891594-7555-3E0C-52B3-8699B2E1E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9917168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B37235-0D3C-C8EE-7528-6575F7E8E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4884-D800-C04E-BD57-A34AD4860084}" type="datetimeFigureOut">
              <a:t>6/4/22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9BD32D-EEFF-0F49-2DCD-400C1E9F3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E7989-0E71-3D91-4012-3A1EC44DB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63873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A31B9-D3A6-5ED6-4FC0-B741D7B2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10819-C861-02E1-5CFB-FB0C89E4B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A5219-8258-CCB9-3AC9-906B854FC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FA484-4D56-6DE5-7095-8AD5971AC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4884-D800-C04E-BD57-A34AD4860084}" type="datetimeFigureOut">
              <a:t>6/4/22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E5B46-5804-25BD-2F37-010C9509D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33345-166C-263A-0614-C1B557501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3121933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4DDF-F647-C3CC-10C2-0F8FBDF16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688CF9-F616-42F9-4912-F3BEB93FB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06BE9-37B4-50C9-1952-C3DD89325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06B8D-C40F-AAF0-FEAC-EAA766AB0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4884-D800-C04E-BD57-A34AD4860084}" type="datetimeFigureOut">
              <a:t>6/4/22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E5861-26A8-5173-4D6B-933D2BD25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FD5636-4301-F3B2-410E-0BAD36350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3872311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13627-C0CA-E9DD-49CC-809F93AD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960488-ED1D-6B26-C549-D74DADCD07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2CC6B-0ECE-CED9-2F0B-5A7B86505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4884-D800-C04E-BD57-A34AD4860084}" type="datetimeFigureOut">
              <a:t>6/4/22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5E570-E8B3-1C29-E50B-07DAB82C9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EB990-6B52-0332-5BA9-4AC714F21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2199955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635702-50B2-3BAF-6C8F-C1903147D1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DFB6E0-E85D-E908-FCA1-8DEC56B95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73A8F-8FDF-A8A8-48BE-4D3030693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4884-D800-C04E-BD57-A34AD4860084}" type="datetimeFigureOut">
              <a:t>6/4/22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9D65E-E2EE-04C9-25FD-518C24922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5AF57-AFD9-7641-A536-4D59B547D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5745925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149680-6DB2-11F1-CC9A-A88511EEE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E77BF-8F2E-1D73-FAEA-12EAB086F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5A688-64BF-A033-176C-B70666E9E8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F4884-D800-C04E-BD57-A34AD4860084}" type="datetimeFigureOut">
              <a:t>6/4/22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47260-F4AE-7E55-C834-369BE510A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F073A-A191-648E-274C-EA4287474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1412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hyperlink" Target="https://www.tp-link.com/us/explore/wifi-rout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7AC363-7627-6402-F57E-1B785C4DA2A1}"/>
              </a:ext>
            </a:extLst>
          </p:cNvPr>
          <p:cNvSpPr txBox="1"/>
          <p:nvPr/>
        </p:nvSpPr>
        <p:spPr>
          <a:xfrm>
            <a:off x="0" y="0"/>
            <a:ext cx="1970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WiFi Router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80469-110B-C27E-BEDC-3150F4CF982D}"/>
              </a:ext>
            </a:extLst>
          </p:cNvPr>
          <p:cNvSpPr txBox="1"/>
          <p:nvPr/>
        </p:nvSpPr>
        <p:spPr>
          <a:xfrm>
            <a:off x="5816338" y="3078401"/>
            <a:ext cx="20361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TP-Link AC5400</a:t>
            </a:r>
            <a:br>
              <a:rPr lang="en-US" sz="1400"/>
            </a:br>
            <a:r>
              <a:rPr lang="en-US" sz="1400"/>
              <a:t>$300</a:t>
            </a:r>
          </a:p>
          <a:p>
            <a:pPr algn="ctr"/>
            <a:r>
              <a:rPr lang="en-US" sz="1400"/>
              <a:t>(since 2016)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91EE9A-D75E-2996-CFD1-9FEDF04813C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36481" y="1674544"/>
            <a:ext cx="1527113" cy="11913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3D246B-C6D4-845C-1A20-2ADB2087AB1D}"/>
              </a:ext>
            </a:extLst>
          </p:cNvPr>
          <p:cNvSpPr txBox="1"/>
          <p:nvPr/>
        </p:nvSpPr>
        <p:spPr>
          <a:xfrm>
            <a:off x="874257" y="3078402"/>
            <a:ext cx="22697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TP-Link AX11000</a:t>
            </a:r>
            <a:br>
              <a:rPr lang="en-US" sz="1400"/>
            </a:br>
            <a:r>
              <a:rPr lang="en-US" sz="1400"/>
              <a:t>$300</a:t>
            </a:r>
            <a:br>
              <a:rPr lang="en-US" sz="1400"/>
            </a:br>
            <a:r>
              <a:rPr lang="en-US" sz="1400" b="1">
                <a:solidFill>
                  <a:srgbClr val="00B050"/>
                </a:solidFill>
              </a:rPr>
              <a:t>$220 at Costco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8DAA7-3755-6D52-4765-AA3A149D30D0}"/>
              </a:ext>
            </a:extLst>
          </p:cNvPr>
          <p:cNvSpPr txBox="1"/>
          <p:nvPr/>
        </p:nvSpPr>
        <p:spPr>
          <a:xfrm>
            <a:off x="3345039" y="3078402"/>
            <a:ext cx="2036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TP-Link AX6000</a:t>
            </a:r>
          </a:p>
          <a:p>
            <a:pPr algn="ctr"/>
            <a:r>
              <a:rPr lang="en-US" sz="1400"/>
              <a:t>$262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67B5EF-FA61-316D-8860-A7A586C9263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6585" y="1677343"/>
            <a:ext cx="1685238" cy="11607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44FC02-A1CE-DF86-40B3-21BDDA52CFE0}"/>
              </a:ext>
            </a:extLst>
          </p:cNvPr>
          <p:cNvSpPr txBox="1"/>
          <p:nvPr/>
        </p:nvSpPr>
        <p:spPr>
          <a:xfrm>
            <a:off x="3074097" y="261610"/>
            <a:ext cx="3760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hlinkClick r:id="rId4"/>
              </a:rPr>
              <a:t>https://www.tp-link.com/us/explore/wifi-router/</a:t>
            </a:r>
            <a:endParaRPr lang="en-US" sz="12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9F21E5-9F3F-4513-6B8D-A194EC2E431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369" y="1527788"/>
            <a:ext cx="1862558" cy="14598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CA20030-5E2A-A57A-C189-373BBFD7B587}"/>
              </a:ext>
            </a:extLst>
          </p:cNvPr>
          <p:cNvSpPr txBox="1"/>
          <p:nvPr/>
        </p:nvSpPr>
        <p:spPr>
          <a:xfrm>
            <a:off x="0" y="634246"/>
            <a:ext cx="2579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TP-Link Archer Routers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C1AC79-F855-771E-2772-A3515C78579E}"/>
              </a:ext>
            </a:extLst>
          </p:cNvPr>
          <p:cNvSpPr txBox="1"/>
          <p:nvPr/>
        </p:nvSpPr>
        <p:spPr>
          <a:xfrm>
            <a:off x="1644774" y="4032200"/>
            <a:ext cx="5436720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Note:</a:t>
            </a:r>
          </a:p>
          <a:p>
            <a:r>
              <a:rPr lang="en-US" sz="1400"/>
              <a:t>Some routers may lack certain features.</a:t>
            </a:r>
          </a:p>
          <a:p>
            <a:r>
              <a:rPr lang="en-US" sz="1400"/>
              <a:t>For example, AX6600 doesn't have WDS (WiFi Distribution System).</a:t>
            </a:r>
          </a:p>
          <a:p>
            <a:r>
              <a:rPr lang="en-US" sz="1400"/>
              <a:t>Download the manual and check the features before buying the router.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F5C051-A47D-EB26-B466-5FA2AC3707F0}"/>
              </a:ext>
            </a:extLst>
          </p:cNvPr>
          <p:cNvSpPr txBox="1"/>
          <p:nvPr/>
        </p:nvSpPr>
        <p:spPr>
          <a:xfrm>
            <a:off x="2175641" y="1175334"/>
            <a:ext cx="630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Best</a:t>
            </a:r>
          </a:p>
        </p:txBody>
      </p:sp>
    </p:spTree>
    <p:extLst>
      <p:ext uri="{BB962C8B-B14F-4D97-AF65-F5344CB8AC3E}">
        <p14:creationId xmlns:p14="http://schemas.microsoft.com/office/powerpoint/2010/main" val="841536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Words>76</Words>
  <Application>Microsoft Macintosh PowerPoint</Application>
  <PresentationFormat>On-screen Show (16:9)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6</cp:revision>
  <dcterms:modified xsi:type="dcterms:W3CDTF">2022-06-05T00:41:26Z</dcterms:modified>
</cp:coreProperties>
</file>